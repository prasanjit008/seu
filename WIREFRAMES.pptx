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8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16051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2978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559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572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8794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898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227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55070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229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933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4249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F7D2A3-DA30-43E0-BD6A-8635BA435A8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E2CA9-5344-4946-A39B-9C86F0224A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0470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nulab.com/learn/design-and-ux/10-must-see-wireframe-examples-inspire-next-design/" TargetMode="External"/><Relationship Id="rId2" Type="http://schemas.openxmlformats.org/officeDocument/2006/relationships/hyperlink" Target="https://www.edrawsoft.com/wireframe-software-symbols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209800"/>
            <a:ext cx="8229600" cy="1143000"/>
          </a:xfrm>
        </p:spPr>
        <p:txBody>
          <a:bodyPr/>
          <a:lstStyle/>
          <a:p>
            <a:r>
              <a:rPr lang="en-IN" dirty="0" smtClean="0"/>
              <a:t>WIREFRAMES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5921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TYPES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447801"/>
            <a:ext cx="8229600" cy="4525963"/>
          </a:xfrm>
        </p:spPr>
        <p:txBody>
          <a:bodyPr/>
          <a:lstStyle/>
          <a:p>
            <a:r>
              <a:rPr lang="en-IN" dirty="0" smtClean="0"/>
              <a:t>Low Fidelity</a:t>
            </a:r>
          </a:p>
          <a:p>
            <a:r>
              <a:rPr lang="en-IN" dirty="0" smtClean="0"/>
              <a:t>Medium Fidelity</a:t>
            </a:r>
          </a:p>
          <a:p>
            <a:r>
              <a:rPr lang="en-IN" dirty="0" smtClean="0"/>
              <a:t>High Fidelity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1113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642939"/>
            <a:ext cx="9144000" cy="557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43570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0" y="457200"/>
            <a:ext cx="9372600" cy="605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566862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3814"/>
            <a:ext cx="9258300" cy="681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083274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52600" y="381000"/>
            <a:ext cx="8686800" cy="617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4208514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-170589"/>
            <a:ext cx="9396536" cy="702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413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4639"/>
            <a:ext cx="9396536" cy="672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816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2217261"/>
          <a:ext cx="8229600" cy="32918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598670396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9538752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Real-world travel agent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Travel Booking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90726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Asks </a:t>
                      </a:r>
                      <a:r>
                        <a:rPr lang="en-US" b="1"/>
                        <a:t>Where are you going?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From → To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3479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Checks available flights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Search Flights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675729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Shows different travel options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Flight/Hotel/Train/Bus results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4860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Helps select dates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Departure / Return Date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26262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Discusses number of travelers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1 Traveler, Economy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84353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Suggests destinations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Popular Destinations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60417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Confirms the booking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/>
                        <a:t>Book / Confirm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9073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Gives a ticket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/>
                        <a:t>Digital Ticket / Booking Confirmation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3037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0089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39616" y="1196753"/>
            <a:ext cx="669674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b="1" dirty="0"/>
              <a:t>Real world:</a:t>
            </a:r>
            <a:r>
              <a:rPr lang="en-IN" sz="2800" dirty="0"/>
              <a:t> 🧳 Travel Agent</a:t>
            </a:r>
            <a:br>
              <a:rPr lang="en-IN" sz="2800" dirty="0"/>
            </a:br>
            <a:r>
              <a:rPr lang="en-IN" sz="2800" dirty="0"/>
              <a:t>↓</a:t>
            </a:r>
            <a:br>
              <a:rPr lang="en-IN" sz="2800" dirty="0"/>
            </a:br>
            <a:r>
              <a:rPr lang="en-IN" sz="2800" b="1" dirty="0"/>
              <a:t>Digital world:</a:t>
            </a:r>
            <a:r>
              <a:rPr lang="en-IN" sz="2800" dirty="0"/>
              <a:t> 📱 Travel Booking </a:t>
            </a:r>
            <a:r>
              <a:rPr lang="en-IN" sz="2800" dirty="0"/>
              <a:t>App</a:t>
            </a:r>
          </a:p>
          <a:p>
            <a:endParaRPr lang="en-IN" sz="2800" dirty="0"/>
          </a:p>
          <a:p>
            <a:r>
              <a:rPr lang="en-IN" sz="2800" i="1" dirty="0"/>
              <a:t>Other possible metaphors in the same app</a:t>
            </a:r>
            <a:r>
              <a:rPr lang="en-IN" sz="2800" i="1" dirty="0"/>
              <a:t>:</a:t>
            </a:r>
          </a:p>
          <a:p>
            <a:endParaRPr lang="en-IN" sz="28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🧳 </a:t>
            </a:r>
            <a:r>
              <a:rPr lang="en-IN" sz="2800" b="1" dirty="0"/>
              <a:t>Suitcase</a:t>
            </a:r>
            <a:r>
              <a:rPr lang="en-IN" sz="2800" dirty="0"/>
              <a:t> → My Trips / Saved Trips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🎫 </a:t>
            </a:r>
            <a:r>
              <a:rPr lang="en-IN" sz="2800" b="1" dirty="0"/>
              <a:t>Ticket</a:t>
            </a:r>
            <a:r>
              <a:rPr lang="en-IN" sz="2800" dirty="0"/>
              <a:t> → Booking confirmation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🗺️ </a:t>
            </a:r>
            <a:r>
              <a:rPr lang="en-IN" sz="2800" b="1" dirty="0"/>
              <a:t>Map</a:t>
            </a:r>
            <a:r>
              <a:rPr lang="en-IN" sz="2800" dirty="0"/>
              <a:t> → Explore destinations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🛒 </a:t>
            </a:r>
            <a:r>
              <a:rPr lang="en-IN" sz="2800" b="1" dirty="0"/>
              <a:t>Shopping cart</a:t>
            </a:r>
            <a:r>
              <a:rPr lang="en-IN" sz="2800" dirty="0"/>
              <a:t> → Selected bookings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🏨 </a:t>
            </a:r>
            <a:r>
              <a:rPr lang="en-IN" sz="2800" b="1" dirty="0"/>
              <a:t>Hotel desk</a:t>
            </a:r>
            <a:r>
              <a:rPr lang="en-IN" sz="2800" dirty="0"/>
              <a:t> → Hotel booking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dirty="0"/>
              <a:t>🔔 </a:t>
            </a:r>
            <a:r>
              <a:rPr lang="en-IN" sz="2800" b="1" dirty="0"/>
              <a:t>Travel notification</a:t>
            </a:r>
            <a:r>
              <a:rPr lang="en-IN" sz="2800" dirty="0"/>
              <a:t> → Flight reminders</a:t>
            </a:r>
          </a:p>
        </p:txBody>
      </p:sp>
    </p:spTree>
    <p:extLst>
      <p:ext uri="{BB962C8B-B14F-4D97-AF65-F5344CB8AC3E}">
        <p14:creationId xmlns:p14="http://schemas.microsoft.com/office/powerpoint/2010/main" val="3180376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416" y="301752"/>
            <a:ext cx="11472672" cy="655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760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>
                <a:hlinkClick r:id="rId2"/>
              </a:rPr>
              <a:t>https://www.edrawsoft.com/wireframe-software-symbols.html</a:t>
            </a:r>
            <a:endParaRPr lang="en-IN" dirty="0" smtClean="0"/>
          </a:p>
          <a:p>
            <a:r>
              <a:rPr lang="en-IN" dirty="0" smtClean="0">
                <a:hlinkClick r:id="rId3"/>
              </a:rPr>
              <a:t>https://nulab.com/learn/design-and-ux/10-must-see-wireframe-examples-inspire-next-design/</a:t>
            </a:r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3720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80</Words>
  <Application>Microsoft Office PowerPoint</Application>
  <PresentationFormat>Widescreen</PresentationFormat>
  <Paragraphs>35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WIREFRAMES</vt:lpstr>
      <vt:lpstr>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WIREFRAMES</dc:title>
  <dc:creator>hp</dc:creator>
  <cp:lastModifiedBy>hp</cp:lastModifiedBy>
  <cp:revision>1</cp:revision>
  <dcterms:created xsi:type="dcterms:W3CDTF">2026-08-31T07:30:07Z</dcterms:created>
  <dcterms:modified xsi:type="dcterms:W3CDTF">2026-08-31T07:33:53Z</dcterms:modified>
</cp:coreProperties>
</file>